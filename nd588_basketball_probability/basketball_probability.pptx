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C800"/>
                </a:solidFill>
              </a:rPr>
              <a:t>🏀 Calculate Basketball Scoring Probabilities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DCFF"/>
                </a:solidFill>
              </a:rPr>
              <a:t>Stephen Curry — 2022-23 NBA Regular Season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4C8F0"/>
                </a:solidFill>
              </a:rPr>
              <a:t>Statistical Analysis: Binomial Distribution · Conditional Probability · Bayes' Theorem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6B4DC"/>
                </a:solidFill>
              </a:rPr>
              <a:t>Author: Sam Sepassi | nd588 Statistics for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3456"/>
                </a:solidFill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82850"/>
                </a:solidFill>
              </a:rPr>
              <a:t>Total shots: 1,434   |   Made: 703   |   Missed: 731   |   Overall FG%: 49.0%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3456"/>
                </a:solidFill>
              </a:rPr>
              <a:t>Conditional Probability — Future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3456"/>
                </a:solidFill>
              </a:rPr>
              <a:t>Section 5A — THREE-POINTERS (shot_type ==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2850"/>
                </a:solidFill>
              </a:rPr>
              <a:t>  P(make | 3PT)        = 329/786  =  0.4186  →  41.86%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751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2850"/>
                </a:solidFill>
              </a:rPr>
              <a:t>  P(lead=True | 3PT)   = 388/786  =  0.4936  →  49.36%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054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2850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35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3456"/>
                </a:solidFill>
              </a:rPr>
              <a:t>Section 5B — TWO-POINTERS (shot_type ==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2850"/>
                </a:solidFill>
              </a:rPr>
              <a:t>  P(make | 2PT)        = 374/648  =  0.5772  →  57.72%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96511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2850"/>
                </a:solidFill>
              </a:rPr>
              <a:t>  P(lead=True | 2PT)   = 334/648  =  0.5154  →  51.54%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3456"/>
                </a:solidFill>
              </a:rPr>
              <a:t>Bayes' Theorem — Past Conditional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C508C"/>
                </a:solidFill>
              </a:rPr>
              <a:t>P(B|A) = P(A|B) · P(B) / P(A)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3456"/>
                </a:solidFill>
              </a:rPr>
              <a:t>P(3PT | made)  = P(make|3PT) × P(3PT) / P(make)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2850"/>
                </a:solidFill>
              </a:rPr>
              <a:t>              = 0.4186 × 0.5481 / 0.4902  =  0.4680  (46.8%)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2850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3456"/>
                </a:solidFill>
              </a:rPr>
              <a:t>P(2PT | made)  = P(make|2PT) × P(2PT) / P(make)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2850"/>
                </a:solidFill>
              </a:rPr>
              <a:t>              = 0.5772 × 0.4519 / 0.4902  =  0.5320  (53.2%)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2850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82850"/>
                </a:solidFill>
              </a:rPr>
              <a:t>Verification: 0.4680 + 0.5320 = 1.0000  ✓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